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51120675" cy="125999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23" d="100"/>
          <a:sy n="23" d="100"/>
        </p:scale>
        <p:origin x="235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 Ying" userId="f3a2575b023a6300" providerId="LiveId" clId="{EA269524-4622-427D-B984-EDE962BA81EB}"/>
    <pc:docChg chg="undo custSel modSld">
      <pc:chgData name="Ran Ying" userId="f3a2575b023a6300" providerId="LiveId" clId="{EA269524-4622-427D-B984-EDE962BA81EB}" dt="2021-01-25T03:32:25.679" v="33" actId="1076"/>
      <pc:docMkLst>
        <pc:docMk/>
      </pc:docMkLst>
      <pc:sldChg chg="modSp mod">
        <pc:chgData name="Ran Ying" userId="f3a2575b023a6300" providerId="LiveId" clId="{EA269524-4622-427D-B984-EDE962BA81EB}" dt="2021-01-25T03:21:38.977" v="1" actId="1036"/>
        <pc:sldMkLst>
          <pc:docMk/>
          <pc:sldMk cId="2062617152" sldId="256"/>
        </pc:sldMkLst>
        <pc:picChg chg="mod">
          <ac:chgData name="Ran Ying" userId="f3a2575b023a6300" providerId="LiveId" clId="{EA269524-4622-427D-B984-EDE962BA81EB}" dt="2021-01-25T03:21:38.977" v="1" actId="1036"/>
          <ac:picMkLst>
            <pc:docMk/>
            <pc:sldMk cId="2062617152" sldId="256"/>
            <ac:picMk id="7" creationId="{E6C61AD2-E790-4BC5-B2C8-A2AD7B407C06}"/>
          </ac:picMkLst>
        </pc:picChg>
      </pc:sldChg>
      <pc:sldChg chg="modSp mod">
        <pc:chgData name="Ran Ying" userId="f3a2575b023a6300" providerId="LiveId" clId="{EA269524-4622-427D-B984-EDE962BA81EB}" dt="2021-01-25T03:32:25.679" v="33" actId="1076"/>
        <pc:sldMkLst>
          <pc:docMk/>
          <pc:sldMk cId="375063241" sldId="257"/>
        </pc:sldMkLst>
        <pc:spChg chg="mod">
          <ac:chgData name="Ran Ying" userId="f3a2575b023a6300" providerId="LiveId" clId="{EA269524-4622-427D-B984-EDE962BA81EB}" dt="2021-01-25T03:32:25.679" v="33" actId="1076"/>
          <ac:spMkLst>
            <pc:docMk/>
            <pc:sldMk cId="375063241" sldId="257"/>
            <ac:spMk id="11" creationId="{1E037ABB-5628-4964-9201-5F319BBE4B03}"/>
          </ac:spMkLst>
        </pc:spChg>
        <pc:picChg chg="mod">
          <ac:chgData name="Ran Ying" userId="f3a2575b023a6300" providerId="LiveId" clId="{EA269524-4622-427D-B984-EDE962BA81EB}" dt="2021-01-25T03:32:21.268" v="32" actId="1076"/>
          <ac:picMkLst>
            <pc:docMk/>
            <pc:sldMk cId="375063241" sldId="257"/>
            <ac:picMk id="4" creationId="{A2E496F2-B406-4E96-B3D8-A62D7892353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90085" y="2062083"/>
            <a:ext cx="38340506" cy="4386662"/>
          </a:xfrm>
        </p:spPr>
        <p:txBody>
          <a:bodyPr anchor="b"/>
          <a:lstStyle>
            <a:lvl1pPr algn="ctr">
              <a:defRPr sz="110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90085" y="6617911"/>
            <a:ext cx="38340506" cy="3042080"/>
          </a:xfrm>
        </p:spPr>
        <p:txBody>
          <a:bodyPr/>
          <a:lstStyle>
            <a:lvl1pPr marL="0" indent="0" algn="ctr">
              <a:buNone/>
              <a:defRPr sz="4410"/>
            </a:lvl1pPr>
            <a:lvl2pPr marL="840014" indent="0" algn="ctr">
              <a:buNone/>
              <a:defRPr sz="3675"/>
            </a:lvl2pPr>
            <a:lvl3pPr marL="1680027" indent="0" algn="ctr">
              <a:buNone/>
              <a:defRPr sz="3307"/>
            </a:lvl3pPr>
            <a:lvl4pPr marL="2520041" indent="0" algn="ctr">
              <a:buNone/>
              <a:defRPr sz="2940"/>
            </a:lvl4pPr>
            <a:lvl5pPr marL="3360054" indent="0" algn="ctr">
              <a:buNone/>
              <a:defRPr sz="2940"/>
            </a:lvl5pPr>
            <a:lvl6pPr marL="4200068" indent="0" algn="ctr">
              <a:buNone/>
              <a:defRPr sz="2940"/>
            </a:lvl6pPr>
            <a:lvl7pPr marL="5040081" indent="0" algn="ctr">
              <a:buNone/>
              <a:defRPr sz="2940"/>
            </a:lvl7pPr>
            <a:lvl8pPr marL="5880095" indent="0" algn="ctr">
              <a:buNone/>
              <a:defRPr sz="2940"/>
            </a:lvl8pPr>
            <a:lvl9pPr marL="6720108" indent="0" algn="ctr">
              <a:buNone/>
              <a:defRPr sz="29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31D6-3493-42C8-BC42-8EABE592FD0F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C65D-F262-42B2-BB0B-90B532B23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758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31D6-3493-42C8-BC42-8EABE592FD0F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C65D-F262-42B2-BB0B-90B532B23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547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921" y="3141249"/>
            <a:ext cx="44091582" cy="5241244"/>
          </a:xfrm>
        </p:spPr>
        <p:txBody>
          <a:bodyPr anchor="b"/>
          <a:lstStyle>
            <a:lvl1pPr>
              <a:defRPr sz="110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7921" y="8432077"/>
            <a:ext cx="44091582" cy="2756246"/>
          </a:xfrm>
        </p:spPr>
        <p:txBody>
          <a:bodyPr/>
          <a:lstStyle>
            <a:lvl1pPr marL="0" indent="0">
              <a:buNone/>
              <a:defRPr sz="4410">
                <a:solidFill>
                  <a:schemeClr val="tx1">
                    <a:tint val="75000"/>
                  </a:schemeClr>
                </a:solidFill>
              </a:defRPr>
            </a:lvl1pPr>
            <a:lvl2pPr marL="840014" indent="0">
              <a:buNone/>
              <a:defRPr sz="3675">
                <a:solidFill>
                  <a:schemeClr val="tx1">
                    <a:tint val="75000"/>
                  </a:schemeClr>
                </a:solidFill>
              </a:defRPr>
            </a:lvl2pPr>
            <a:lvl3pPr marL="1680027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3pPr>
            <a:lvl4pPr marL="2520041" indent="0">
              <a:buNone/>
              <a:defRPr sz="2940">
                <a:solidFill>
                  <a:schemeClr val="tx1">
                    <a:tint val="75000"/>
                  </a:schemeClr>
                </a:solidFill>
              </a:defRPr>
            </a:lvl4pPr>
            <a:lvl5pPr marL="3360054" indent="0">
              <a:buNone/>
              <a:defRPr sz="2940">
                <a:solidFill>
                  <a:schemeClr val="tx1">
                    <a:tint val="75000"/>
                  </a:schemeClr>
                </a:solidFill>
              </a:defRPr>
            </a:lvl5pPr>
            <a:lvl6pPr marL="4200068" indent="0">
              <a:buNone/>
              <a:defRPr sz="2940">
                <a:solidFill>
                  <a:schemeClr val="tx1">
                    <a:tint val="75000"/>
                  </a:schemeClr>
                </a:solidFill>
              </a:defRPr>
            </a:lvl6pPr>
            <a:lvl7pPr marL="5040081" indent="0">
              <a:buNone/>
              <a:defRPr sz="2940">
                <a:solidFill>
                  <a:schemeClr val="tx1">
                    <a:tint val="75000"/>
                  </a:schemeClr>
                </a:solidFill>
              </a:defRPr>
            </a:lvl7pPr>
            <a:lvl8pPr marL="5880095" indent="0">
              <a:buNone/>
              <a:defRPr sz="2940">
                <a:solidFill>
                  <a:schemeClr val="tx1">
                    <a:tint val="75000"/>
                  </a:schemeClr>
                </a:solidFill>
              </a:defRPr>
            </a:lvl8pPr>
            <a:lvl9pPr marL="6720108" indent="0">
              <a:buNone/>
              <a:defRPr sz="29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31D6-3493-42C8-BC42-8EABE592FD0F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C65D-F262-42B2-BB0B-90B532B23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176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14546" y="3354163"/>
            <a:ext cx="21726287" cy="79945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79842" y="3354163"/>
            <a:ext cx="21726287" cy="799457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31D6-3493-42C8-BC42-8EABE592FD0F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C65D-F262-42B2-BB0B-90B532B23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900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1205" y="670834"/>
            <a:ext cx="44091582" cy="243541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1207" y="3088748"/>
            <a:ext cx="21626440" cy="1513748"/>
          </a:xfrm>
        </p:spPr>
        <p:txBody>
          <a:bodyPr anchor="b"/>
          <a:lstStyle>
            <a:lvl1pPr marL="0" indent="0">
              <a:buNone/>
              <a:defRPr sz="4410" b="1"/>
            </a:lvl1pPr>
            <a:lvl2pPr marL="840014" indent="0">
              <a:buNone/>
              <a:defRPr sz="3675" b="1"/>
            </a:lvl2pPr>
            <a:lvl3pPr marL="1680027" indent="0">
              <a:buNone/>
              <a:defRPr sz="3307" b="1"/>
            </a:lvl3pPr>
            <a:lvl4pPr marL="2520041" indent="0">
              <a:buNone/>
              <a:defRPr sz="2940" b="1"/>
            </a:lvl4pPr>
            <a:lvl5pPr marL="3360054" indent="0">
              <a:buNone/>
              <a:defRPr sz="2940" b="1"/>
            </a:lvl5pPr>
            <a:lvl6pPr marL="4200068" indent="0">
              <a:buNone/>
              <a:defRPr sz="2940" b="1"/>
            </a:lvl6pPr>
            <a:lvl7pPr marL="5040081" indent="0">
              <a:buNone/>
              <a:defRPr sz="2940" b="1"/>
            </a:lvl7pPr>
            <a:lvl8pPr marL="5880095" indent="0">
              <a:buNone/>
              <a:defRPr sz="2940" b="1"/>
            </a:lvl8pPr>
            <a:lvl9pPr marL="6720108" indent="0">
              <a:buNone/>
              <a:defRPr sz="29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1207" y="4602496"/>
            <a:ext cx="21626440" cy="67695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879842" y="3088748"/>
            <a:ext cx="21732945" cy="1513748"/>
          </a:xfrm>
        </p:spPr>
        <p:txBody>
          <a:bodyPr anchor="b"/>
          <a:lstStyle>
            <a:lvl1pPr marL="0" indent="0">
              <a:buNone/>
              <a:defRPr sz="4410" b="1"/>
            </a:lvl1pPr>
            <a:lvl2pPr marL="840014" indent="0">
              <a:buNone/>
              <a:defRPr sz="3675" b="1"/>
            </a:lvl2pPr>
            <a:lvl3pPr marL="1680027" indent="0">
              <a:buNone/>
              <a:defRPr sz="3307" b="1"/>
            </a:lvl3pPr>
            <a:lvl4pPr marL="2520041" indent="0">
              <a:buNone/>
              <a:defRPr sz="2940" b="1"/>
            </a:lvl4pPr>
            <a:lvl5pPr marL="3360054" indent="0">
              <a:buNone/>
              <a:defRPr sz="2940" b="1"/>
            </a:lvl5pPr>
            <a:lvl6pPr marL="4200068" indent="0">
              <a:buNone/>
              <a:defRPr sz="2940" b="1"/>
            </a:lvl6pPr>
            <a:lvl7pPr marL="5040081" indent="0">
              <a:buNone/>
              <a:defRPr sz="2940" b="1"/>
            </a:lvl7pPr>
            <a:lvl8pPr marL="5880095" indent="0">
              <a:buNone/>
              <a:defRPr sz="2940" b="1"/>
            </a:lvl8pPr>
            <a:lvl9pPr marL="6720108" indent="0">
              <a:buNone/>
              <a:defRPr sz="29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879842" y="4602496"/>
            <a:ext cx="21732945" cy="67695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31D6-3493-42C8-BC42-8EABE592FD0F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C65D-F262-42B2-BB0B-90B532B23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820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31D6-3493-42C8-BC42-8EABE592FD0F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C65D-F262-42B2-BB0B-90B532B23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2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31D6-3493-42C8-BC42-8EABE592FD0F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C65D-F262-42B2-BB0B-90B532B23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070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1207" y="839999"/>
            <a:ext cx="16487747" cy="2939997"/>
          </a:xfrm>
        </p:spPr>
        <p:txBody>
          <a:bodyPr anchor="b"/>
          <a:lstStyle>
            <a:lvl1pPr>
              <a:defRPr sz="58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32945" y="1814166"/>
            <a:ext cx="25879842" cy="8954158"/>
          </a:xfrm>
        </p:spPr>
        <p:txBody>
          <a:bodyPr/>
          <a:lstStyle>
            <a:lvl1pPr>
              <a:defRPr sz="5879"/>
            </a:lvl1pPr>
            <a:lvl2pPr>
              <a:defRPr sz="5144"/>
            </a:lvl2pPr>
            <a:lvl3pPr>
              <a:defRPr sz="4410"/>
            </a:lvl3pPr>
            <a:lvl4pPr>
              <a:defRPr sz="3675"/>
            </a:lvl4pPr>
            <a:lvl5pPr>
              <a:defRPr sz="3675"/>
            </a:lvl5pPr>
            <a:lvl6pPr>
              <a:defRPr sz="3675"/>
            </a:lvl6pPr>
            <a:lvl7pPr>
              <a:defRPr sz="3675"/>
            </a:lvl7pPr>
            <a:lvl8pPr>
              <a:defRPr sz="3675"/>
            </a:lvl8pPr>
            <a:lvl9pPr>
              <a:defRPr sz="36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1207" y="3779996"/>
            <a:ext cx="16487747" cy="7002911"/>
          </a:xfrm>
        </p:spPr>
        <p:txBody>
          <a:bodyPr/>
          <a:lstStyle>
            <a:lvl1pPr marL="0" indent="0">
              <a:buNone/>
              <a:defRPr sz="2940"/>
            </a:lvl1pPr>
            <a:lvl2pPr marL="840014" indent="0">
              <a:buNone/>
              <a:defRPr sz="2572"/>
            </a:lvl2pPr>
            <a:lvl3pPr marL="1680027" indent="0">
              <a:buNone/>
              <a:defRPr sz="2205"/>
            </a:lvl3pPr>
            <a:lvl4pPr marL="2520041" indent="0">
              <a:buNone/>
              <a:defRPr sz="1837"/>
            </a:lvl4pPr>
            <a:lvl5pPr marL="3360054" indent="0">
              <a:buNone/>
              <a:defRPr sz="1837"/>
            </a:lvl5pPr>
            <a:lvl6pPr marL="4200068" indent="0">
              <a:buNone/>
              <a:defRPr sz="1837"/>
            </a:lvl6pPr>
            <a:lvl7pPr marL="5040081" indent="0">
              <a:buNone/>
              <a:defRPr sz="1837"/>
            </a:lvl7pPr>
            <a:lvl8pPr marL="5880095" indent="0">
              <a:buNone/>
              <a:defRPr sz="1837"/>
            </a:lvl8pPr>
            <a:lvl9pPr marL="6720108" indent="0">
              <a:buNone/>
              <a:defRPr sz="183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31D6-3493-42C8-BC42-8EABE592FD0F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C65D-F262-42B2-BB0B-90B532B23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059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1207" y="839999"/>
            <a:ext cx="16487747" cy="2939997"/>
          </a:xfrm>
        </p:spPr>
        <p:txBody>
          <a:bodyPr anchor="b"/>
          <a:lstStyle>
            <a:lvl1pPr>
              <a:defRPr sz="58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32945" y="1814166"/>
            <a:ext cx="25879842" cy="8954158"/>
          </a:xfrm>
        </p:spPr>
        <p:txBody>
          <a:bodyPr anchor="t"/>
          <a:lstStyle>
            <a:lvl1pPr marL="0" indent="0">
              <a:buNone/>
              <a:defRPr sz="5879"/>
            </a:lvl1pPr>
            <a:lvl2pPr marL="840014" indent="0">
              <a:buNone/>
              <a:defRPr sz="5144"/>
            </a:lvl2pPr>
            <a:lvl3pPr marL="1680027" indent="0">
              <a:buNone/>
              <a:defRPr sz="4410"/>
            </a:lvl3pPr>
            <a:lvl4pPr marL="2520041" indent="0">
              <a:buNone/>
              <a:defRPr sz="3675"/>
            </a:lvl4pPr>
            <a:lvl5pPr marL="3360054" indent="0">
              <a:buNone/>
              <a:defRPr sz="3675"/>
            </a:lvl5pPr>
            <a:lvl6pPr marL="4200068" indent="0">
              <a:buNone/>
              <a:defRPr sz="3675"/>
            </a:lvl6pPr>
            <a:lvl7pPr marL="5040081" indent="0">
              <a:buNone/>
              <a:defRPr sz="3675"/>
            </a:lvl7pPr>
            <a:lvl8pPr marL="5880095" indent="0">
              <a:buNone/>
              <a:defRPr sz="3675"/>
            </a:lvl8pPr>
            <a:lvl9pPr marL="6720108" indent="0">
              <a:buNone/>
              <a:defRPr sz="36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1207" y="3779996"/>
            <a:ext cx="16487747" cy="7002911"/>
          </a:xfrm>
        </p:spPr>
        <p:txBody>
          <a:bodyPr/>
          <a:lstStyle>
            <a:lvl1pPr marL="0" indent="0">
              <a:buNone/>
              <a:defRPr sz="2940"/>
            </a:lvl1pPr>
            <a:lvl2pPr marL="840014" indent="0">
              <a:buNone/>
              <a:defRPr sz="2572"/>
            </a:lvl2pPr>
            <a:lvl3pPr marL="1680027" indent="0">
              <a:buNone/>
              <a:defRPr sz="2205"/>
            </a:lvl3pPr>
            <a:lvl4pPr marL="2520041" indent="0">
              <a:buNone/>
              <a:defRPr sz="1837"/>
            </a:lvl4pPr>
            <a:lvl5pPr marL="3360054" indent="0">
              <a:buNone/>
              <a:defRPr sz="1837"/>
            </a:lvl5pPr>
            <a:lvl6pPr marL="4200068" indent="0">
              <a:buNone/>
              <a:defRPr sz="1837"/>
            </a:lvl6pPr>
            <a:lvl7pPr marL="5040081" indent="0">
              <a:buNone/>
              <a:defRPr sz="1837"/>
            </a:lvl7pPr>
            <a:lvl8pPr marL="5880095" indent="0">
              <a:buNone/>
              <a:defRPr sz="1837"/>
            </a:lvl8pPr>
            <a:lvl9pPr marL="6720108" indent="0">
              <a:buNone/>
              <a:defRPr sz="183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31D6-3493-42C8-BC42-8EABE592FD0F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C65D-F262-42B2-BB0B-90B532B23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83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31D6-3493-42C8-BC42-8EABE592FD0F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C65D-F262-42B2-BB0B-90B532B23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666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583233" y="670833"/>
            <a:ext cx="11022896" cy="1067790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14547" y="670833"/>
            <a:ext cx="32429678" cy="106779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31D6-3493-42C8-BC42-8EABE592FD0F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2C65D-F262-42B2-BB0B-90B532B23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80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14547" y="670834"/>
            <a:ext cx="44091582" cy="2435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4547" y="3354163"/>
            <a:ext cx="44091582" cy="799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14546" y="11678323"/>
            <a:ext cx="11502152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F31D6-3493-42C8-BC42-8EABE592FD0F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33724" y="11678323"/>
            <a:ext cx="17253228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03977" y="11678323"/>
            <a:ext cx="11502152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2C65D-F262-42B2-BB0B-90B532B236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406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80027" rtl="0" eaLnBrk="1" latinLnBrk="0" hangingPunct="1">
        <a:lnSpc>
          <a:spcPct val="90000"/>
        </a:lnSpc>
        <a:spcBef>
          <a:spcPct val="0"/>
        </a:spcBef>
        <a:buNone/>
        <a:defRPr sz="808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007" indent="-420007" algn="l" defTabSz="1680027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5144" kern="1200">
          <a:solidFill>
            <a:schemeClr val="tx1"/>
          </a:solidFill>
          <a:latin typeface="+mn-lt"/>
          <a:ea typeface="+mn-ea"/>
          <a:cs typeface="+mn-cs"/>
        </a:defRPr>
      </a:lvl1pPr>
      <a:lvl2pPr marL="1260020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4410" kern="1200">
          <a:solidFill>
            <a:schemeClr val="tx1"/>
          </a:solidFill>
          <a:latin typeface="+mn-lt"/>
          <a:ea typeface="+mn-ea"/>
          <a:cs typeface="+mn-cs"/>
        </a:defRPr>
      </a:lvl2pPr>
      <a:lvl3pPr marL="2100034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675" kern="1200">
          <a:solidFill>
            <a:schemeClr val="tx1"/>
          </a:solidFill>
          <a:latin typeface="+mn-lt"/>
          <a:ea typeface="+mn-ea"/>
          <a:cs typeface="+mn-cs"/>
        </a:defRPr>
      </a:lvl3pPr>
      <a:lvl4pPr marL="2940047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4pPr>
      <a:lvl5pPr marL="3780061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5pPr>
      <a:lvl6pPr marL="4620075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6pPr>
      <a:lvl7pPr marL="5460088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7pPr>
      <a:lvl8pPr marL="6300102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8pPr>
      <a:lvl9pPr marL="7140115" indent="-420007" algn="l" defTabSz="1680027" rtl="0" eaLnBrk="1" latinLnBrk="0" hangingPunct="1">
        <a:lnSpc>
          <a:spcPct val="90000"/>
        </a:lnSpc>
        <a:spcBef>
          <a:spcPts val="91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40014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2pPr>
      <a:lvl3pPr marL="1680027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520041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4pPr>
      <a:lvl5pPr marL="3360054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5pPr>
      <a:lvl6pPr marL="4200068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6pPr>
      <a:lvl7pPr marL="5040081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7pPr>
      <a:lvl8pPr marL="5880095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8pPr>
      <a:lvl9pPr marL="6720108" algn="l" defTabSz="1680027" rtl="0" eaLnBrk="1" latinLnBrk="0" hangingPunct="1">
        <a:defRPr sz="33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户外, 天空, 雪花&#10;&#10;描述已自动生成">
            <a:extLst>
              <a:ext uri="{FF2B5EF4-FFF2-40B4-BE49-F238E27FC236}">
                <a16:creationId xmlns:a16="http://schemas.microsoft.com/office/drawing/2014/main" id="{162328AE-85DE-470B-A014-8F291428E7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89" b="7813"/>
          <a:stretch/>
        </p:blipFill>
        <p:spPr>
          <a:xfrm>
            <a:off x="-2" y="30046"/>
            <a:ext cx="51116662" cy="1259998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2E496F2-B406-4E96-B3D8-A62D789235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4902"/>
          <a:stretch/>
        </p:blipFill>
        <p:spPr>
          <a:xfrm>
            <a:off x="-1" y="-3819"/>
            <a:ext cx="51120676" cy="7795907"/>
          </a:xfrm>
          <a:prstGeom prst="rect">
            <a:avLst/>
          </a:prstGeom>
        </p:spPr>
      </p:pic>
      <p:pic>
        <p:nvPicPr>
          <p:cNvPr id="7" name="图片 6" descr="图片包含 红色&#10;&#10;描述已自动生成">
            <a:extLst>
              <a:ext uri="{FF2B5EF4-FFF2-40B4-BE49-F238E27FC236}">
                <a16:creationId xmlns:a16="http://schemas.microsoft.com/office/drawing/2014/main" id="{E6C61AD2-E790-4BC5-B2C8-A2AD7B407C0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" y="9131664"/>
            <a:ext cx="20437475" cy="3506009"/>
          </a:xfrm>
          <a:prstGeom prst="rect">
            <a:avLst/>
          </a:prstGeom>
        </p:spPr>
      </p:pic>
      <p:pic>
        <p:nvPicPr>
          <p:cNvPr id="8" name="图片 7" descr="图片包含 红色&#10;&#10;描述已自动生成">
            <a:extLst>
              <a:ext uri="{FF2B5EF4-FFF2-40B4-BE49-F238E27FC236}">
                <a16:creationId xmlns:a16="http://schemas.microsoft.com/office/drawing/2014/main" id="{0B0C3550-98EC-4295-974D-A3DD75D7490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43" b="31100"/>
          <a:stretch/>
        </p:blipFill>
        <p:spPr>
          <a:xfrm flipH="1">
            <a:off x="0" y="0"/>
            <a:ext cx="8958908" cy="12599988"/>
          </a:xfrm>
          <a:prstGeom prst="rect">
            <a:avLst/>
          </a:prstGeom>
        </p:spPr>
      </p:pic>
      <p:pic>
        <p:nvPicPr>
          <p:cNvPr id="9" name="图片 8" descr="图片包含 红色&#10;&#10;描述已自动生成">
            <a:extLst>
              <a:ext uri="{FF2B5EF4-FFF2-40B4-BE49-F238E27FC236}">
                <a16:creationId xmlns:a16="http://schemas.microsoft.com/office/drawing/2014/main" id="{0BE2D8C7-C49F-4843-8A8B-EA7BE1979BF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50" b="31100"/>
          <a:stretch/>
        </p:blipFill>
        <p:spPr>
          <a:xfrm>
            <a:off x="42743342" y="30049"/>
            <a:ext cx="8377333" cy="12569939"/>
          </a:xfrm>
          <a:prstGeom prst="rect">
            <a:avLst/>
          </a:prstGeom>
        </p:spPr>
      </p:pic>
      <p:sp>
        <p:nvSpPr>
          <p:cNvPr id="11" name="文本占位符 7">
            <a:extLst>
              <a:ext uri="{FF2B5EF4-FFF2-40B4-BE49-F238E27FC236}">
                <a16:creationId xmlns:a16="http://schemas.microsoft.com/office/drawing/2014/main" id="{1E037ABB-5628-4964-9201-5F319BBE4B03}"/>
              </a:ext>
            </a:extLst>
          </p:cNvPr>
          <p:cNvSpPr txBox="1">
            <a:spLocks/>
          </p:cNvSpPr>
          <p:nvPr/>
        </p:nvSpPr>
        <p:spPr>
          <a:xfrm>
            <a:off x="12417720" y="3137225"/>
            <a:ext cx="26289249" cy="6355586"/>
          </a:xfrm>
          <a:prstGeom prst="rect">
            <a:avLst/>
          </a:prstGeom>
        </p:spPr>
        <p:txBody>
          <a:bodyPr vert="horz" wrap="none" lIns="0" tIns="0" rIns="0" bIns="0" anchor="t" anchorCtr="0">
            <a:spAutoFit/>
          </a:bodyPr>
          <a:lstStyle>
            <a:lvl1pPr mar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600" kern="1200" spc="-300">
                <a:solidFill>
                  <a:schemeClr val="accent1"/>
                </a:solidFill>
                <a:latin typeface="演示新手书" panose="00000500000000000000" pitchFamily="50" charset="-122"/>
                <a:ea typeface="演示新手书" panose="00000500000000000000" pitchFamily="50" charset="-122"/>
                <a:cs typeface="+mn-cs"/>
                <a:sym typeface="演示新手书" panose="00000500000000000000" pitchFamily="50" charset="-122"/>
              </a:defRPr>
            </a:lvl1pPr>
            <a:lvl2pPr marL="371475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44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2950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3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14425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620075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60088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00102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40115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41300" dirty="0">
                <a:solidFill>
                  <a:srgbClr val="C00000"/>
                </a:solidFill>
              </a:rPr>
              <a:t>民主生活会</a:t>
            </a:r>
            <a:endParaRPr kumimoji="0" lang="zh-CN" altLang="en-US" sz="41300" b="0" i="0" u="none" strike="noStrike" kern="1200" cap="none" spc="-30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ea typeface="演示新手书" panose="00000500000000000000" pitchFamily="50" charset="-122"/>
              <a:cs typeface="+mn-cs"/>
              <a:sym typeface="演示新手书" panose="00000500000000000000" pitchFamily="50" charset="-122"/>
            </a:endParaRPr>
          </a:p>
        </p:txBody>
      </p:sp>
      <p:pic>
        <p:nvPicPr>
          <p:cNvPr id="12" name="图片 11" descr="图片包含 红色&#10;&#10;描述已自动生成">
            <a:extLst>
              <a:ext uri="{FF2B5EF4-FFF2-40B4-BE49-F238E27FC236}">
                <a16:creationId xmlns:a16="http://schemas.microsoft.com/office/drawing/2014/main" id="{A4238308-E9CD-459E-9E0C-0AE9F5D6402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683200" y="9093979"/>
            <a:ext cx="20437475" cy="350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617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户外, 天空, 雪花&#10;&#10;描述已自动生成">
            <a:extLst>
              <a:ext uri="{FF2B5EF4-FFF2-40B4-BE49-F238E27FC236}">
                <a16:creationId xmlns:a16="http://schemas.microsoft.com/office/drawing/2014/main" id="{162328AE-85DE-470B-A014-8F291428E7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89" b="7813"/>
          <a:stretch/>
        </p:blipFill>
        <p:spPr>
          <a:xfrm>
            <a:off x="-2" y="30046"/>
            <a:ext cx="51116662" cy="1259998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2E496F2-B406-4E96-B3D8-A62D789235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4902"/>
          <a:stretch/>
        </p:blipFill>
        <p:spPr>
          <a:xfrm>
            <a:off x="-1" y="-3819"/>
            <a:ext cx="51120676" cy="7795907"/>
          </a:xfrm>
          <a:prstGeom prst="rect">
            <a:avLst/>
          </a:prstGeom>
        </p:spPr>
      </p:pic>
      <p:pic>
        <p:nvPicPr>
          <p:cNvPr id="7" name="图片 6" descr="图片包含 红色&#10;&#10;描述已自动生成">
            <a:extLst>
              <a:ext uri="{FF2B5EF4-FFF2-40B4-BE49-F238E27FC236}">
                <a16:creationId xmlns:a16="http://schemas.microsoft.com/office/drawing/2014/main" id="{E6C61AD2-E790-4BC5-B2C8-A2AD7B407C0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" y="9131664"/>
            <a:ext cx="20437475" cy="3506009"/>
          </a:xfrm>
          <a:prstGeom prst="rect">
            <a:avLst/>
          </a:prstGeom>
        </p:spPr>
      </p:pic>
      <p:pic>
        <p:nvPicPr>
          <p:cNvPr id="8" name="图片 7" descr="图片包含 红色&#10;&#10;描述已自动生成">
            <a:extLst>
              <a:ext uri="{FF2B5EF4-FFF2-40B4-BE49-F238E27FC236}">
                <a16:creationId xmlns:a16="http://schemas.microsoft.com/office/drawing/2014/main" id="{0B0C3550-98EC-4295-974D-A3DD75D7490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43" b="31100"/>
          <a:stretch/>
        </p:blipFill>
        <p:spPr>
          <a:xfrm flipH="1">
            <a:off x="0" y="0"/>
            <a:ext cx="8958908" cy="12599988"/>
          </a:xfrm>
          <a:prstGeom prst="rect">
            <a:avLst/>
          </a:prstGeom>
        </p:spPr>
      </p:pic>
      <p:pic>
        <p:nvPicPr>
          <p:cNvPr id="9" name="图片 8" descr="图片包含 红色&#10;&#10;描述已自动生成">
            <a:extLst>
              <a:ext uri="{FF2B5EF4-FFF2-40B4-BE49-F238E27FC236}">
                <a16:creationId xmlns:a16="http://schemas.microsoft.com/office/drawing/2014/main" id="{0BE2D8C7-C49F-4843-8A8B-EA7BE1979BF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50" b="31100"/>
          <a:stretch/>
        </p:blipFill>
        <p:spPr>
          <a:xfrm>
            <a:off x="42743342" y="30049"/>
            <a:ext cx="8377333" cy="12569939"/>
          </a:xfrm>
          <a:prstGeom prst="rect">
            <a:avLst/>
          </a:prstGeom>
        </p:spPr>
      </p:pic>
      <p:sp>
        <p:nvSpPr>
          <p:cNvPr id="11" name="文本占位符 7">
            <a:extLst>
              <a:ext uri="{FF2B5EF4-FFF2-40B4-BE49-F238E27FC236}">
                <a16:creationId xmlns:a16="http://schemas.microsoft.com/office/drawing/2014/main" id="{1E037ABB-5628-4964-9201-5F319BBE4B03}"/>
              </a:ext>
            </a:extLst>
          </p:cNvPr>
          <p:cNvSpPr txBox="1">
            <a:spLocks/>
          </p:cNvSpPr>
          <p:nvPr/>
        </p:nvSpPr>
        <p:spPr>
          <a:xfrm>
            <a:off x="2632758" y="4491074"/>
            <a:ext cx="45851142" cy="3677930"/>
          </a:xfrm>
          <a:prstGeom prst="rect">
            <a:avLst/>
          </a:prstGeom>
        </p:spPr>
        <p:txBody>
          <a:bodyPr vert="horz" wrap="none" lIns="0" tIns="0" rIns="0" bIns="0" anchor="t" anchorCtr="0">
            <a:spAutoFit/>
          </a:bodyPr>
          <a:lstStyle>
            <a:lvl1pPr mar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600" kern="1200" spc="-300">
                <a:solidFill>
                  <a:schemeClr val="accent1"/>
                </a:solidFill>
                <a:latin typeface="演示新手书" panose="00000500000000000000" pitchFamily="50" charset="-122"/>
                <a:ea typeface="演示新手书" panose="00000500000000000000" pitchFamily="50" charset="-122"/>
                <a:cs typeface="+mn-cs"/>
                <a:sym typeface="演示新手书" panose="00000500000000000000" pitchFamily="50" charset="-122"/>
              </a:defRPr>
            </a:lvl1pPr>
            <a:lvl2pPr marL="371475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44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2950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3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14425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620075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60088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00102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40115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3900" b="0" i="0" u="none" strike="noStrike" kern="1200" cap="none" spc="-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演示新手书" panose="00000500000000000000" pitchFamily="50" charset="-122"/>
                <a:cs typeface="+mn-cs"/>
                <a:sym typeface="演示新手书" panose="00000500000000000000" pitchFamily="50" charset="-122"/>
              </a:rPr>
              <a:t>ITMO Computer Science Group</a:t>
            </a:r>
            <a:endParaRPr kumimoji="0" lang="zh-CN" altLang="en-US" sz="23900" b="0" i="0" u="none" strike="noStrike" kern="1200" cap="none" spc="-30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ea typeface="演示新手书" panose="00000500000000000000" pitchFamily="50" charset="-122"/>
              <a:cs typeface="+mn-cs"/>
              <a:sym typeface="演示新手书" panose="00000500000000000000" pitchFamily="50" charset="-122"/>
            </a:endParaRPr>
          </a:p>
        </p:txBody>
      </p:sp>
      <p:pic>
        <p:nvPicPr>
          <p:cNvPr id="12" name="图片 11" descr="图片包含 红色&#10;&#10;描述已自动生成">
            <a:extLst>
              <a:ext uri="{FF2B5EF4-FFF2-40B4-BE49-F238E27FC236}">
                <a16:creationId xmlns:a16="http://schemas.microsoft.com/office/drawing/2014/main" id="{A4238308-E9CD-459E-9E0C-0AE9F5D6402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683200" y="9093979"/>
            <a:ext cx="20437475" cy="350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99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户外, 天空, 雪花&#10;&#10;描述已自动生成">
            <a:extLst>
              <a:ext uri="{FF2B5EF4-FFF2-40B4-BE49-F238E27FC236}">
                <a16:creationId xmlns:a16="http://schemas.microsoft.com/office/drawing/2014/main" id="{162328AE-85DE-470B-A014-8F291428E7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89" b="7813"/>
          <a:stretch/>
        </p:blipFill>
        <p:spPr>
          <a:xfrm>
            <a:off x="-2" y="30046"/>
            <a:ext cx="51116662" cy="1259998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2E496F2-B406-4E96-B3D8-A62D789235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4902"/>
          <a:stretch/>
        </p:blipFill>
        <p:spPr>
          <a:xfrm>
            <a:off x="-1" y="-3819"/>
            <a:ext cx="51120676" cy="7795907"/>
          </a:xfrm>
          <a:prstGeom prst="rect">
            <a:avLst/>
          </a:prstGeom>
        </p:spPr>
      </p:pic>
      <p:pic>
        <p:nvPicPr>
          <p:cNvPr id="7" name="图片 6" descr="图片包含 红色&#10;&#10;描述已自动生成">
            <a:extLst>
              <a:ext uri="{FF2B5EF4-FFF2-40B4-BE49-F238E27FC236}">
                <a16:creationId xmlns:a16="http://schemas.microsoft.com/office/drawing/2014/main" id="{E6C61AD2-E790-4BC5-B2C8-A2AD7B407C0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" y="9131664"/>
            <a:ext cx="20437475" cy="3506009"/>
          </a:xfrm>
          <a:prstGeom prst="rect">
            <a:avLst/>
          </a:prstGeom>
        </p:spPr>
      </p:pic>
      <p:pic>
        <p:nvPicPr>
          <p:cNvPr id="8" name="图片 7" descr="图片包含 红色&#10;&#10;描述已自动生成">
            <a:extLst>
              <a:ext uri="{FF2B5EF4-FFF2-40B4-BE49-F238E27FC236}">
                <a16:creationId xmlns:a16="http://schemas.microsoft.com/office/drawing/2014/main" id="{0B0C3550-98EC-4295-974D-A3DD75D7490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43" b="31100"/>
          <a:stretch/>
        </p:blipFill>
        <p:spPr>
          <a:xfrm flipH="1">
            <a:off x="0" y="0"/>
            <a:ext cx="8958908" cy="12599988"/>
          </a:xfrm>
          <a:prstGeom prst="rect">
            <a:avLst/>
          </a:prstGeom>
        </p:spPr>
      </p:pic>
      <p:pic>
        <p:nvPicPr>
          <p:cNvPr id="9" name="图片 8" descr="图片包含 红色&#10;&#10;描述已自动生成">
            <a:extLst>
              <a:ext uri="{FF2B5EF4-FFF2-40B4-BE49-F238E27FC236}">
                <a16:creationId xmlns:a16="http://schemas.microsoft.com/office/drawing/2014/main" id="{0BE2D8C7-C49F-4843-8A8B-EA7BE1979BF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50" b="31100"/>
          <a:stretch/>
        </p:blipFill>
        <p:spPr>
          <a:xfrm>
            <a:off x="42743342" y="30049"/>
            <a:ext cx="8377333" cy="12569939"/>
          </a:xfrm>
          <a:prstGeom prst="rect">
            <a:avLst/>
          </a:prstGeom>
        </p:spPr>
      </p:pic>
      <p:sp>
        <p:nvSpPr>
          <p:cNvPr id="11" name="文本占位符 7">
            <a:extLst>
              <a:ext uri="{FF2B5EF4-FFF2-40B4-BE49-F238E27FC236}">
                <a16:creationId xmlns:a16="http://schemas.microsoft.com/office/drawing/2014/main" id="{1E037ABB-5628-4964-9201-5F319BBE4B03}"/>
              </a:ext>
            </a:extLst>
          </p:cNvPr>
          <p:cNvSpPr txBox="1">
            <a:spLocks/>
          </p:cNvSpPr>
          <p:nvPr/>
        </p:nvSpPr>
        <p:spPr>
          <a:xfrm>
            <a:off x="5481743" y="4491074"/>
            <a:ext cx="40153172" cy="3677930"/>
          </a:xfrm>
          <a:prstGeom prst="rect">
            <a:avLst/>
          </a:prstGeom>
        </p:spPr>
        <p:txBody>
          <a:bodyPr vert="horz" wrap="none" lIns="0" tIns="0" rIns="0" bIns="0" anchor="t" anchorCtr="0">
            <a:spAutoFit/>
          </a:bodyPr>
          <a:lstStyle>
            <a:lvl1pPr mar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600" kern="1200" spc="-300">
                <a:solidFill>
                  <a:schemeClr val="accent1"/>
                </a:solidFill>
                <a:latin typeface="演示新手书" panose="00000500000000000000" pitchFamily="50" charset="-122"/>
                <a:ea typeface="演示新手书" panose="00000500000000000000" pitchFamily="50" charset="-122"/>
                <a:cs typeface="+mn-cs"/>
                <a:sym typeface="演示新手书" panose="00000500000000000000" pitchFamily="50" charset="-122"/>
              </a:defRPr>
            </a:lvl1pPr>
            <a:lvl2pPr marL="371475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44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2950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3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14425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620075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60088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00102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40115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3900" b="0" i="0" u="none" strike="noStrike" kern="1200" cap="none" spc="-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演示新手书" panose="00000500000000000000" pitchFamily="50" charset="-122"/>
                <a:cs typeface="+mn-cs"/>
                <a:sym typeface="演示新手书" panose="00000500000000000000" pitchFamily="50" charset="-122"/>
              </a:rPr>
              <a:t>Russian Language Studying</a:t>
            </a:r>
            <a:endParaRPr kumimoji="0" lang="zh-CN" altLang="en-US" sz="23900" b="0" i="0" u="none" strike="noStrike" kern="1200" cap="none" spc="-30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ea typeface="演示新手书" panose="00000500000000000000" pitchFamily="50" charset="-122"/>
              <a:cs typeface="+mn-cs"/>
              <a:sym typeface="演示新手书" panose="00000500000000000000" pitchFamily="50" charset="-122"/>
            </a:endParaRPr>
          </a:p>
        </p:txBody>
      </p:sp>
      <p:pic>
        <p:nvPicPr>
          <p:cNvPr id="12" name="图片 11" descr="图片包含 红色&#10;&#10;描述已自动生成">
            <a:extLst>
              <a:ext uri="{FF2B5EF4-FFF2-40B4-BE49-F238E27FC236}">
                <a16:creationId xmlns:a16="http://schemas.microsoft.com/office/drawing/2014/main" id="{A4238308-E9CD-459E-9E0C-0AE9F5D6402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683200" y="9093979"/>
            <a:ext cx="20437475" cy="350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3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户外, 天空, 雪花&#10;&#10;描述已自动生成">
            <a:extLst>
              <a:ext uri="{FF2B5EF4-FFF2-40B4-BE49-F238E27FC236}">
                <a16:creationId xmlns:a16="http://schemas.microsoft.com/office/drawing/2014/main" id="{162328AE-85DE-470B-A014-8F291428E7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89" b="7813"/>
          <a:stretch/>
        </p:blipFill>
        <p:spPr>
          <a:xfrm>
            <a:off x="-2" y="30046"/>
            <a:ext cx="51116662" cy="1259998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2E496F2-B406-4E96-B3D8-A62D789235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4902"/>
          <a:stretch/>
        </p:blipFill>
        <p:spPr>
          <a:xfrm>
            <a:off x="-1" y="-3819"/>
            <a:ext cx="51120676" cy="7795907"/>
          </a:xfrm>
          <a:prstGeom prst="rect">
            <a:avLst/>
          </a:prstGeom>
        </p:spPr>
      </p:pic>
      <p:pic>
        <p:nvPicPr>
          <p:cNvPr id="7" name="图片 6" descr="图片包含 红色&#10;&#10;描述已自动生成">
            <a:extLst>
              <a:ext uri="{FF2B5EF4-FFF2-40B4-BE49-F238E27FC236}">
                <a16:creationId xmlns:a16="http://schemas.microsoft.com/office/drawing/2014/main" id="{E6C61AD2-E790-4BC5-B2C8-A2AD7B407C0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" y="9131664"/>
            <a:ext cx="20437475" cy="3506009"/>
          </a:xfrm>
          <a:prstGeom prst="rect">
            <a:avLst/>
          </a:prstGeom>
        </p:spPr>
      </p:pic>
      <p:pic>
        <p:nvPicPr>
          <p:cNvPr id="8" name="图片 7" descr="图片包含 红色&#10;&#10;描述已自动生成">
            <a:extLst>
              <a:ext uri="{FF2B5EF4-FFF2-40B4-BE49-F238E27FC236}">
                <a16:creationId xmlns:a16="http://schemas.microsoft.com/office/drawing/2014/main" id="{0B0C3550-98EC-4295-974D-A3DD75D7490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43" b="31100"/>
          <a:stretch/>
        </p:blipFill>
        <p:spPr>
          <a:xfrm flipH="1">
            <a:off x="0" y="0"/>
            <a:ext cx="8958908" cy="12599988"/>
          </a:xfrm>
          <a:prstGeom prst="rect">
            <a:avLst/>
          </a:prstGeom>
        </p:spPr>
      </p:pic>
      <p:pic>
        <p:nvPicPr>
          <p:cNvPr id="9" name="图片 8" descr="图片包含 红色&#10;&#10;描述已自动生成">
            <a:extLst>
              <a:ext uri="{FF2B5EF4-FFF2-40B4-BE49-F238E27FC236}">
                <a16:creationId xmlns:a16="http://schemas.microsoft.com/office/drawing/2014/main" id="{0BE2D8C7-C49F-4843-8A8B-EA7BE1979BF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50" b="31100"/>
          <a:stretch/>
        </p:blipFill>
        <p:spPr>
          <a:xfrm>
            <a:off x="42743342" y="30049"/>
            <a:ext cx="8377333" cy="12569939"/>
          </a:xfrm>
          <a:prstGeom prst="rect">
            <a:avLst/>
          </a:prstGeom>
        </p:spPr>
      </p:pic>
      <p:sp>
        <p:nvSpPr>
          <p:cNvPr id="11" name="文本占位符 7">
            <a:extLst>
              <a:ext uri="{FF2B5EF4-FFF2-40B4-BE49-F238E27FC236}">
                <a16:creationId xmlns:a16="http://schemas.microsoft.com/office/drawing/2014/main" id="{1E037ABB-5628-4964-9201-5F319BBE4B03}"/>
              </a:ext>
            </a:extLst>
          </p:cNvPr>
          <p:cNvSpPr txBox="1">
            <a:spLocks/>
          </p:cNvSpPr>
          <p:nvPr/>
        </p:nvSpPr>
        <p:spPr>
          <a:xfrm>
            <a:off x="10829906" y="4491074"/>
            <a:ext cx="29456846" cy="3677930"/>
          </a:xfrm>
          <a:prstGeom prst="rect">
            <a:avLst/>
          </a:prstGeom>
        </p:spPr>
        <p:txBody>
          <a:bodyPr vert="horz" wrap="none" lIns="0" tIns="0" rIns="0" bIns="0" anchor="t" anchorCtr="0">
            <a:spAutoFit/>
          </a:bodyPr>
          <a:lstStyle>
            <a:lvl1pPr mar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600" kern="1200" spc="-300">
                <a:solidFill>
                  <a:schemeClr val="accent1"/>
                </a:solidFill>
                <a:latin typeface="演示新手书" panose="00000500000000000000" pitchFamily="50" charset="-122"/>
                <a:ea typeface="演示新手书" panose="00000500000000000000" pitchFamily="50" charset="-122"/>
                <a:cs typeface="+mn-cs"/>
                <a:sym typeface="演示新手书" panose="00000500000000000000" pitchFamily="50" charset="-122"/>
              </a:defRPr>
            </a:lvl1pPr>
            <a:lvl2pPr marL="371475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44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2950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3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14425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620075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60088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00102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40115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3900" b="0" i="0" u="none" strike="noStrike" kern="1200" cap="none" spc="-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演示新手书" panose="00000500000000000000" pitchFamily="50" charset="-122"/>
                <a:cs typeface="+mn-cs"/>
                <a:sym typeface="演示新手书" panose="00000500000000000000" pitchFamily="50" charset="-122"/>
              </a:rPr>
              <a:t>Preparatory Courses</a:t>
            </a:r>
            <a:endParaRPr kumimoji="0" lang="zh-CN" altLang="en-US" sz="23900" b="0" i="0" u="none" strike="noStrike" kern="1200" cap="none" spc="-30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ea typeface="演示新手书" panose="00000500000000000000" pitchFamily="50" charset="-122"/>
              <a:cs typeface="+mn-cs"/>
              <a:sym typeface="演示新手书" panose="00000500000000000000" pitchFamily="50" charset="-122"/>
            </a:endParaRPr>
          </a:p>
        </p:txBody>
      </p:sp>
      <p:pic>
        <p:nvPicPr>
          <p:cNvPr id="12" name="图片 11" descr="图片包含 红色&#10;&#10;描述已自动生成">
            <a:extLst>
              <a:ext uri="{FF2B5EF4-FFF2-40B4-BE49-F238E27FC236}">
                <a16:creationId xmlns:a16="http://schemas.microsoft.com/office/drawing/2014/main" id="{A4238308-E9CD-459E-9E0C-0AE9F5D6402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683200" y="9093979"/>
            <a:ext cx="20437475" cy="350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01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户外, 天空, 雪花&#10;&#10;描述已自动生成">
            <a:extLst>
              <a:ext uri="{FF2B5EF4-FFF2-40B4-BE49-F238E27FC236}">
                <a16:creationId xmlns:a16="http://schemas.microsoft.com/office/drawing/2014/main" id="{162328AE-85DE-470B-A014-8F291428E7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89" b="7813"/>
          <a:stretch/>
        </p:blipFill>
        <p:spPr>
          <a:xfrm>
            <a:off x="-2" y="30046"/>
            <a:ext cx="51116662" cy="1259998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2E496F2-B406-4E96-B3D8-A62D789235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4902"/>
          <a:stretch/>
        </p:blipFill>
        <p:spPr>
          <a:xfrm>
            <a:off x="-1" y="-3819"/>
            <a:ext cx="51120676" cy="7795907"/>
          </a:xfrm>
          <a:prstGeom prst="rect">
            <a:avLst/>
          </a:prstGeom>
        </p:spPr>
      </p:pic>
      <p:pic>
        <p:nvPicPr>
          <p:cNvPr id="7" name="图片 6" descr="图片包含 红色&#10;&#10;描述已自动生成">
            <a:extLst>
              <a:ext uri="{FF2B5EF4-FFF2-40B4-BE49-F238E27FC236}">
                <a16:creationId xmlns:a16="http://schemas.microsoft.com/office/drawing/2014/main" id="{E6C61AD2-E790-4BC5-B2C8-A2AD7B407C0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" y="9131664"/>
            <a:ext cx="20437475" cy="3506009"/>
          </a:xfrm>
          <a:prstGeom prst="rect">
            <a:avLst/>
          </a:prstGeom>
        </p:spPr>
      </p:pic>
      <p:pic>
        <p:nvPicPr>
          <p:cNvPr id="8" name="图片 7" descr="图片包含 红色&#10;&#10;描述已自动生成">
            <a:extLst>
              <a:ext uri="{FF2B5EF4-FFF2-40B4-BE49-F238E27FC236}">
                <a16:creationId xmlns:a16="http://schemas.microsoft.com/office/drawing/2014/main" id="{0B0C3550-98EC-4295-974D-A3DD75D7490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43" b="31100"/>
          <a:stretch/>
        </p:blipFill>
        <p:spPr>
          <a:xfrm flipH="1">
            <a:off x="0" y="0"/>
            <a:ext cx="8958908" cy="12599988"/>
          </a:xfrm>
          <a:prstGeom prst="rect">
            <a:avLst/>
          </a:prstGeom>
        </p:spPr>
      </p:pic>
      <p:pic>
        <p:nvPicPr>
          <p:cNvPr id="9" name="图片 8" descr="图片包含 红色&#10;&#10;描述已自动生成">
            <a:extLst>
              <a:ext uri="{FF2B5EF4-FFF2-40B4-BE49-F238E27FC236}">
                <a16:creationId xmlns:a16="http://schemas.microsoft.com/office/drawing/2014/main" id="{0BE2D8C7-C49F-4843-8A8B-EA7BE1979BF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50" b="31100"/>
          <a:stretch/>
        </p:blipFill>
        <p:spPr>
          <a:xfrm>
            <a:off x="42743342" y="30049"/>
            <a:ext cx="8377333" cy="12569939"/>
          </a:xfrm>
          <a:prstGeom prst="rect">
            <a:avLst/>
          </a:prstGeom>
        </p:spPr>
      </p:pic>
      <p:sp>
        <p:nvSpPr>
          <p:cNvPr id="11" name="文本占位符 7">
            <a:extLst>
              <a:ext uri="{FF2B5EF4-FFF2-40B4-BE49-F238E27FC236}">
                <a16:creationId xmlns:a16="http://schemas.microsoft.com/office/drawing/2014/main" id="{1E037ABB-5628-4964-9201-5F319BBE4B03}"/>
              </a:ext>
            </a:extLst>
          </p:cNvPr>
          <p:cNvSpPr txBox="1">
            <a:spLocks/>
          </p:cNvSpPr>
          <p:nvPr/>
        </p:nvSpPr>
        <p:spPr>
          <a:xfrm>
            <a:off x="12545151" y="4491074"/>
            <a:ext cx="26026356" cy="3677930"/>
          </a:xfrm>
          <a:prstGeom prst="rect">
            <a:avLst/>
          </a:prstGeom>
        </p:spPr>
        <p:txBody>
          <a:bodyPr vert="horz" wrap="none" lIns="0" tIns="0" rIns="0" bIns="0" anchor="t" anchorCtr="0">
            <a:spAutoFit/>
          </a:bodyPr>
          <a:lstStyle>
            <a:lvl1pPr mar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600" kern="1200" spc="-300">
                <a:solidFill>
                  <a:schemeClr val="accent1"/>
                </a:solidFill>
                <a:latin typeface="演示新手书" panose="00000500000000000000" pitchFamily="50" charset="-122"/>
                <a:ea typeface="演示新手书" panose="00000500000000000000" pitchFamily="50" charset="-122"/>
                <a:cs typeface="+mn-cs"/>
                <a:sym typeface="演示新手书" panose="00000500000000000000" pitchFamily="50" charset="-122"/>
              </a:defRPr>
            </a:lvl1pPr>
            <a:lvl2pPr marL="371475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44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2950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3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14425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620075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60088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00102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40115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3900" b="0" i="0" u="none" strike="noStrike" kern="1200" cap="none" spc="-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演示新手书" panose="00000500000000000000" pitchFamily="50" charset="-122"/>
                <a:cs typeface="+mn-cs"/>
                <a:sym typeface="演示新手书" panose="00000500000000000000" pitchFamily="50" charset="-122"/>
              </a:rPr>
              <a:t>Common Courses</a:t>
            </a:r>
            <a:endParaRPr kumimoji="0" lang="zh-CN" altLang="en-US" sz="23900" b="0" i="0" u="none" strike="noStrike" kern="1200" cap="none" spc="-30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ea typeface="演示新手书" panose="00000500000000000000" pitchFamily="50" charset="-122"/>
              <a:cs typeface="+mn-cs"/>
              <a:sym typeface="演示新手书" panose="00000500000000000000" pitchFamily="50" charset="-122"/>
            </a:endParaRPr>
          </a:p>
        </p:txBody>
      </p:sp>
      <p:pic>
        <p:nvPicPr>
          <p:cNvPr id="12" name="图片 11" descr="图片包含 红色&#10;&#10;描述已自动生成">
            <a:extLst>
              <a:ext uri="{FF2B5EF4-FFF2-40B4-BE49-F238E27FC236}">
                <a16:creationId xmlns:a16="http://schemas.microsoft.com/office/drawing/2014/main" id="{A4238308-E9CD-459E-9E0C-0AE9F5D6402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683200" y="9093979"/>
            <a:ext cx="20437475" cy="350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782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户外, 天空, 雪花&#10;&#10;描述已自动生成">
            <a:extLst>
              <a:ext uri="{FF2B5EF4-FFF2-40B4-BE49-F238E27FC236}">
                <a16:creationId xmlns:a16="http://schemas.microsoft.com/office/drawing/2014/main" id="{162328AE-85DE-470B-A014-8F291428E7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89" b="7813"/>
          <a:stretch/>
        </p:blipFill>
        <p:spPr>
          <a:xfrm>
            <a:off x="-2" y="30046"/>
            <a:ext cx="51116662" cy="1259998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2E496F2-B406-4E96-B3D8-A62D789235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4902"/>
          <a:stretch/>
        </p:blipFill>
        <p:spPr>
          <a:xfrm>
            <a:off x="-1" y="-3819"/>
            <a:ext cx="51120676" cy="7795907"/>
          </a:xfrm>
          <a:prstGeom prst="rect">
            <a:avLst/>
          </a:prstGeom>
        </p:spPr>
      </p:pic>
      <p:pic>
        <p:nvPicPr>
          <p:cNvPr id="7" name="图片 6" descr="图片包含 红色&#10;&#10;描述已自动生成">
            <a:extLst>
              <a:ext uri="{FF2B5EF4-FFF2-40B4-BE49-F238E27FC236}">
                <a16:creationId xmlns:a16="http://schemas.microsoft.com/office/drawing/2014/main" id="{E6C61AD2-E790-4BC5-B2C8-A2AD7B407C0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" y="9131664"/>
            <a:ext cx="20437475" cy="3506009"/>
          </a:xfrm>
          <a:prstGeom prst="rect">
            <a:avLst/>
          </a:prstGeom>
        </p:spPr>
      </p:pic>
      <p:pic>
        <p:nvPicPr>
          <p:cNvPr id="8" name="图片 7" descr="图片包含 红色&#10;&#10;描述已自动生成">
            <a:extLst>
              <a:ext uri="{FF2B5EF4-FFF2-40B4-BE49-F238E27FC236}">
                <a16:creationId xmlns:a16="http://schemas.microsoft.com/office/drawing/2014/main" id="{0B0C3550-98EC-4295-974D-A3DD75D7490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43" b="31100"/>
          <a:stretch/>
        </p:blipFill>
        <p:spPr>
          <a:xfrm flipH="1">
            <a:off x="0" y="0"/>
            <a:ext cx="8958908" cy="12599988"/>
          </a:xfrm>
          <a:prstGeom prst="rect">
            <a:avLst/>
          </a:prstGeom>
        </p:spPr>
      </p:pic>
      <p:pic>
        <p:nvPicPr>
          <p:cNvPr id="9" name="图片 8" descr="图片包含 红色&#10;&#10;描述已自动生成">
            <a:extLst>
              <a:ext uri="{FF2B5EF4-FFF2-40B4-BE49-F238E27FC236}">
                <a16:creationId xmlns:a16="http://schemas.microsoft.com/office/drawing/2014/main" id="{0BE2D8C7-C49F-4843-8A8B-EA7BE1979BF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50" b="31100"/>
          <a:stretch/>
        </p:blipFill>
        <p:spPr>
          <a:xfrm>
            <a:off x="42743342" y="30049"/>
            <a:ext cx="8377333" cy="12569939"/>
          </a:xfrm>
          <a:prstGeom prst="rect">
            <a:avLst/>
          </a:prstGeom>
        </p:spPr>
      </p:pic>
      <p:sp>
        <p:nvSpPr>
          <p:cNvPr id="11" name="文本占位符 7">
            <a:extLst>
              <a:ext uri="{FF2B5EF4-FFF2-40B4-BE49-F238E27FC236}">
                <a16:creationId xmlns:a16="http://schemas.microsoft.com/office/drawing/2014/main" id="{1E037ABB-5628-4964-9201-5F319BBE4B03}"/>
              </a:ext>
            </a:extLst>
          </p:cNvPr>
          <p:cNvSpPr txBox="1">
            <a:spLocks/>
          </p:cNvSpPr>
          <p:nvPr/>
        </p:nvSpPr>
        <p:spPr>
          <a:xfrm>
            <a:off x="11256337" y="4491074"/>
            <a:ext cx="28603984" cy="3677930"/>
          </a:xfrm>
          <a:prstGeom prst="rect">
            <a:avLst/>
          </a:prstGeom>
        </p:spPr>
        <p:txBody>
          <a:bodyPr vert="horz" wrap="none" lIns="0" tIns="0" rIns="0" bIns="0" anchor="t" anchorCtr="0">
            <a:spAutoFit/>
          </a:bodyPr>
          <a:lstStyle>
            <a:lvl1pPr mar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600" kern="1200" spc="-300">
                <a:solidFill>
                  <a:schemeClr val="accent1"/>
                </a:solidFill>
                <a:latin typeface="演示新手书" panose="00000500000000000000" pitchFamily="50" charset="-122"/>
                <a:ea typeface="演示新手书" panose="00000500000000000000" pitchFamily="50" charset="-122"/>
                <a:cs typeface="+mn-cs"/>
                <a:sym typeface="演示新手书" panose="00000500000000000000" pitchFamily="50" charset="-122"/>
              </a:defRPr>
            </a:lvl1pPr>
            <a:lvl2pPr marL="371475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44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2950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36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14425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indent="-185738" algn="l" defTabSz="742950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None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620075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60088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00102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40115" indent="-420007" algn="l" defTabSz="1680027" rtl="0" eaLnBrk="1" latinLnBrk="0" hangingPunct="1">
              <a:lnSpc>
                <a:spcPct val="90000"/>
              </a:lnSpc>
              <a:spcBef>
                <a:spcPts val="919"/>
              </a:spcBef>
              <a:buFont typeface="Arial" panose="020B0604020202020204" pitchFamily="34" charset="0"/>
              <a:buChar char="•"/>
              <a:defRPr sz="33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3900" b="0" i="0" u="none" strike="noStrike" kern="1200" cap="none" spc="-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演示新手书" panose="00000500000000000000" pitchFamily="50" charset="-122"/>
                <a:cs typeface="+mn-cs"/>
                <a:sym typeface="演示新手书" panose="00000500000000000000" pitchFamily="50" charset="-122"/>
              </a:rPr>
              <a:t>Specialized Courses</a:t>
            </a:r>
            <a:endParaRPr kumimoji="0" lang="zh-CN" altLang="en-US" sz="23900" b="0" i="0" u="none" strike="noStrike" kern="1200" cap="none" spc="-30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ea typeface="演示新手书" panose="00000500000000000000" pitchFamily="50" charset="-122"/>
              <a:cs typeface="+mn-cs"/>
              <a:sym typeface="演示新手书" panose="00000500000000000000" pitchFamily="50" charset="-122"/>
            </a:endParaRPr>
          </a:p>
        </p:txBody>
      </p:sp>
      <p:pic>
        <p:nvPicPr>
          <p:cNvPr id="12" name="图片 11" descr="图片包含 红色&#10;&#10;描述已自动生成">
            <a:extLst>
              <a:ext uri="{FF2B5EF4-FFF2-40B4-BE49-F238E27FC236}">
                <a16:creationId xmlns:a16="http://schemas.microsoft.com/office/drawing/2014/main" id="{A4238308-E9CD-459E-9E0C-0AE9F5D6402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683200" y="9093979"/>
            <a:ext cx="20437475" cy="350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188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14</Words>
  <Application>Microsoft Office PowerPoint</Application>
  <PresentationFormat>自定义</PresentationFormat>
  <Paragraphs>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演示新手书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Ran Ying</dc:creator>
  <cp:lastModifiedBy>Ran Ying</cp:lastModifiedBy>
  <cp:revision>3</cp:revision>
  <dcterms:created xsi:type="dcterms:W3CDTF">2021-01-25T03:12:04Z</dcterms:created>
  <dcterms:modified xsi:type="dcterms:W3CDTF">2021-03-03T10:42:14Z</dcterms:modified>
</cp:coreProperties>
</file>